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71" d="100"/>
          <a:sy n="171" d="100"/>
        </p:scale>
        <p:origin x="528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1776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Impact of Reducing Non-Revenue Water (NRW)</a:t>
            </a:r>
            <a:endParaRPr lang="de-DE" dirty="0"/>
          </a:p>
          <a:p>
            <a:pPr>
              <a:defRPr sz="3200" b="1"/>
            </a:pPr>
            <a:r>
              <a:rPr dirty="0"/>
              <a:t>on Energy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Water utilities consume 0.4–0.8 kWh of energy per m³ of pumped water.</a:t>
            </a:r>
          </a:p>
          <a:p>
            <a:pPr>
              <a:defRPr sz="2000"/>
            </a:pPr>
            <a:r>
              <a:t>Every m³ of NRW saved reduces energy consumption proportionally.</a:t>
            </a:r>
          </a:p>
          <a:p>
            <a:pPr>
              <a:defRPr sz="2000"/>
            </a:pPr>
            <a:r>
              <a:t>NRW reduction lowers pumping hours, pressure demand, and treatment costs.</a:t>
            </a:r>
          </a:p>
          <a:p>
            <a:pPr>
              <a:defRPr sz="2000"/>
            </a:pPr>
            <a:r>
              <a:t>Energy represents 25–40% of total water utility operational costs.</a:t>
            </a:r>
          </a:p>
          <a:p>
            <a:pPr>
              <a:defRPr sz="2000"/>
            </a:pPr>
            <a:r>
              <a:t>Example: Reducing 50,000 m³/year saves ~27,500 kWh → ~4,100 €/year.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Presentazione su schermo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Goran Zivic (Maddalena SpA)</dc:creator>
  <cp:keywords/>
  <dc:description>generated using python-pptx</dc:description>
  <cp:lastModifiedBy>Goran Zivic (Maddalena SpA)</cp:lastModifiedBy>
  <cp:revision>2</cp:revision>
  <dcterms:created xsi:type="dcterms:W3CDTF">2013-01-27T09:14:16Z</dcterms:created>
  <dcterms:modified xsi:type="dcterms:W3CDTF">2026-01-30T08:02:54Z</dcterms:modified>
  <cp:category/>
</cp:coreProperties>
</file>