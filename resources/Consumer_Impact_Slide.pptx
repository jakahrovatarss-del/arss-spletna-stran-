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71" d="100"/>
          <a:sy n="171" d="100"/>
        </p:scale>
        <p:origin x="528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Impact on Domestic Consumers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/>
            </a:pPr>
            <a:r>
              <a:t>More stable water pressure → improved comfort (showers, appliances).</a:t>
            </a:r>
          </a:p>
          <a:p>
            <a:pPr>
              <a:defRPr sz="2000"/>
            </a:pPr>
            <a:r>
              <a:t>Fewer supply interruptions and fewer emergency repairs near homes.</a:t>
            </a:r>
          </a:p>
          <a:p>
            <a:pPr>
              <a:defRPr sz="2000"/>
            </a:pPr>
            <a:r>
              <a:t>Lower household energy use from reduced booster pump operation.</a:t>
            </a:r>
          </a:p>
          <a:p>
            <a:pPr>
              <a:defRPr sz="2000"/>
            </a:pPr>
            <a:r>
              <a:t>Improved tap water quality with fewer pressure-induced contamination events.</a:t>
            </a:r>
          </a:p>
          <a:p>
            <a:pPr>
              <a:defRPr sz="2000"/>
            </a:pPr>
            <a:r>
              <a:t>Less noise and disruption around residential areas (fewer leaks/bursts).</a:t>
            </a:r>
          </a:p>
          <a:p>
            <a:pPr>
              <a:defRPr sz="2000"/>
            </a:pPr>
            <a:r>
              <a:t>Long-term tariff stability through reduced utility operating costs.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Presentazione su schermo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Goran Zivic (Maddalena SpA)</dc:creator>
  <cp:keywords/>
  <dc:description>generated using python-pptx</dc:description>
  <cp:lastModifiedBy>Goran Zivic (Maddalena SpA)</cp:lastModifiedBy>
  <cp:revision>1</cp:revision>
  <dcterms:created xsi:type="dcterms:W3CDTF">2013-01-27T09:14:16Z</dcterms:created>
  <dcterms:modified xsi:type="dcterms:W3CDTF">2026-01-30T08:12:16Z</dcterms:modified>
  <cp:category/>
</cp:coreProperties>
</file>